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8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1051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learn..evolve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NGA Program_26SUB0726_JAVA J2EE INTEGRATION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 – 23 June 2026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Here – HelpDesk Ticketing System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-   70243 Geetanshu Kalra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212848" y="36301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70247 Neehal Rajput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74320" y="47731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www.rpsconsulting.in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47731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– RPS Data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Web-Based Application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Helpdesk Ticketing System built with Spring Boot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Ticket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create, track, and resolve support tickets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Multi-Role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278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Agent, and End-User roles with different permissions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Tech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87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Spring Security · Hibernate/JPA · MySQL · Thymeleaf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91440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0" descr="/home/claude/img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05840"/>
            <a:ext cx="3291840" cy="3794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Agent · End-User with Spring Security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🎫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track and resolve tickets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stats: tickets, users, assignments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all users and roles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37560" y="3429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tickets to agents, track workload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3429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resolutions and close tickets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5B2D8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14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600200" cy="26974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 17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Boot 3.2.5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Security (JWT)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Hibernate / JPA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4747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Maven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93392" y="9144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914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93392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84832" y="14630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Thymeleaf (SSR)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84832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HTML5 / CSS3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84832" y="2468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84832" y="2971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Bootstrap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58184" y="9144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3758184" y="914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58184" y="137160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9624" y="14630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8.0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9624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Data JPA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9624" y="2468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Hibernate ORM 6.4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22976" y="9144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914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22976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14416" y="14630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14416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Kubernetes (Minikube)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14416" y="2468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Jenkins CI/CD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14416" y="2971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 / GitHub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87768" y="9144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A855F7"/>
          </a:solidFill>
          <a:ln/>
        </p:spPr>
      </p:sp>
      <p:sp>
        <p:nvSpPr>
          <p:cNvPr id="33" name="Text 31"/>
          <p:cNvSpPr/>
          <p:nvPr/>
        </p:nvSpPr>
        <p:spPr>
          <a:xfrm>
            <a:off x="7287768" y="914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87768" y="137160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79208" y="14630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Eclipse IDE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79208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Postman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79208" y="24688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Swagger UI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79208" y="2971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Workbench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251960"/>
            <a:ext cx="8686800" cy="594360"/>
          </a:xfrm>
          <a:prstGeom prst="roundRect">
            <a:avLst>
              <a:gd name="adj" fmla="val 12308"/>
            </a:avLst>
          </a:prstGeom>
          <a:solidFill>
            <a:srgbClr val="E8E4F0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 Controller  →  Service  →  Repository  →  MySQL Database  (MVC Layered Architecture)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Design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41732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A8E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93392" y="10058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5B2D8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10058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(API)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02152" y="141732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A8E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12464" y="10058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7B4DB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10058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Logic)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1224" y="141732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A8E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31536" y="10058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31536" y="10058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(DB Access)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0296" y="141732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A8E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50608" y="100584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0608" y="10058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8895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MVC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across Controller, Service, Repository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8895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DTO Pattern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2186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Data Transfer Objects prevent exposing entities directly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8496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JWT Security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178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 with role-based access control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947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8496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Exception Handling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178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 with meaningful error responses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com.wip.helpdesk_ticketing_system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controller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7007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repository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entity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config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3814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enums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785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exception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sevice (impl)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914400"/>
            <a:ext cx="44805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0" descr="/home/claude/img_eclip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005840"/>
            <a:ext cx="4297680" cy="3794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389120" y="47365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– HelpDesk Project Structure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5" name="Image 0" descr="/home/claude/img_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53035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960120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9601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32588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name, email, role, password_hash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35040" y="193852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93852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19385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3042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ticket_id, title, description, priority, status, user_id (FK)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35040" y="2916936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2916936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29169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328269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assignment_id, ticket_id (FK), assigned_to (FK), date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3895344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3895344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38953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26480" y="426110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resolution_id, ticket_id (FK), resolved_by, notes, date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— CI/CD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05840" cy="1005840"/>
          </a:xfrm>
          <a:prstGeom prst="ellipse">
            <a:avLst/>
          </a:prstGeom>
          <a:solidFill>
            <a:srgbClr val="5B2D8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32588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B2A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source code from GitHub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67712" y="960120"/>
            <a:ext cx="1005840" cy="100584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67712" y="960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132588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B2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93392" y="2057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93392" y="2286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93392" y="26334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package -DskipTests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86784" y="960120"/>
            <a:ext cx="1005840" cy="100584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86784" y="960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21224" y="132588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B2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12464" y="2057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12464" y="2286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12464" y="26334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tests, publish results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05856" y="960120"/>
            <a:ext cx="1005840" cy="100584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05856" y="960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0296" y="132588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B2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31536" y="2057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31536" y="2286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31536" y="26334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inside Minikube Docker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24928" y="960120"/>
            <a:ext cx="1005840" cy="10058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24928" y="960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150608" y="2057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2286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608" y="26334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to Kubernetes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D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Deployment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7472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secret.yaml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credentials (base64 encoded)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0" y="37033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084832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configmap.yaml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84832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 — port, DB name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49040" y="37033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22192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mysql-deployment.yaml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22192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pod with emptyDir volume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0" y="37033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559552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deployment.yaml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59552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 pod, probes, env vars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23760" y="37033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296912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service.yaml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96912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30081 → 8081 (external access)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— Swagger Documentation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img_swag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493776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0" y="13716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3716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00800" y="13807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15361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users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0" y="18288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18288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0" y="18379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19933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user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22860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22860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0" y="22951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/api/users/{id}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24505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0" y="27432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00800" y="27523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/api/users/{id}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0" y="29077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0" y="32004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0" y="32004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400800" y="32095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/api/tickets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33649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tickets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669280" y="36576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5669280" y="36576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400800" y="36667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/api/assignments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0" y="38221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ticket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669280" y="41148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0" y="41148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400800" y="41239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/actuator/health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00800" y="427939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with JUnit 5 &amp; Mockito — Controller and Service layers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3474720"/>
                <a:gridCol w="146304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Ticket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created with valid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Ticket by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ticket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All Tickets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all tickets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Ticket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details updated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Ticket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removed successfully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Ticket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(valid user)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token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(invalid)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— Live Screenshots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img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9319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36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— Role-based access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91440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home/claude/img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005840"/>
            <a:ext cx="3931920" cy="3749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736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Stats &amp; Recent Tickets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5097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Successfully implemented a complete role-based Helpdesk Ticketing System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0934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 Secure JWT authentication with Admin, Agent, and End-User roles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231136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677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 Containerized with Docker and deployed on Kubernetes (Minikube)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88950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260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Automated CI/CD pipeline using Jenkins — Build, Test, Deploy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547872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5844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RESTful APIs documented with Swagger UI; tested with JUnit 5 &amp; Mockito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20624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24281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 Enterprise-level MVC layered architecture with Spring Boot 3.2.5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RPS Consulting · Capstone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914400"/>
            <a:ext cx="4572000" cy="45720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B4DB8">
              <a:alpha val="20000"/>
            </a:srgbClr>
          </a:solidFill>
          <a:ln w="12700">
            <a:solidFill>
              <a:srgbClr val="7B4DB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HelpDesk Pro — Ticketing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70243  Geetanshu Kalra   ·   70247  Neehal Rajput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NGA Program · 26SUB0726 · Java J2EE Integration · 23 June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www.rpsconsulting.in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HelpDesk Pro – Capstone Project</dc:title>
  <dc:subject>PptxGenJS Presentation</dc:subject>
  <dc:creator>PptxGenJS</dc:creator>
  <cp:lastModifiedBy>PptxGenJS</cp:lastModifiedBy>
  <cp:revision>1</cp:revision>
  <dcterms:created xsi:type="dcterms:W3CDTF">2026-06-23T05:34:58Z</dcterms:created>
  <dcterms:modified xsi:type="dcterms:W3CDTF">2026-06-23T05:34:58Z</dcterms:modified>
</cp:coreProperties>
</file>